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2.xml" ContentType="application/vnd.openxmlformats-officedocument.drawingml.chartshape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notesMasterIdLst>
    <p:notesMasterId r:id="rId17"/>
  </p:notesMasterIdLst>
  <p:sldIdLst>
    <p:sldId id="256" r:id="rId2"/>
    <p:sldId id="257" r:id="rId3"/>
    <p:sldId id="258" r:id="rId4"/>
    <p:sldId id="271" r:id="rId5"/>
    <p:sldId id="272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9" r:id="rId14"/>
    <p:sldId id="270" r:id="rId15"/>
    <p:sldId id="26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0CB524-495E-4FA6-8184-E94E75AA2DB2}" v="37" dt="2025-10-22T15:56:11.2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zia Akhter" userId="eb0cff5458710322" providerId="LiveId" clId="{6B005780-7D2B-4692-8CE9-8B7328A44D84}"/>
    <pc:docChg chg="custSel addSld delSld modSld">
      <pc:chgData name="Nazia Akhter" userId="eb0cff5458710322" providerId="LiveId" clId="{6B005780-7D2B-4692-8CE9-8B7328A44D84}" dt="2025-10-22T16:08:33.021" v="1635" actId="207"/>
      <pc:docMkLst>
        <pc:docMk/>
      </pc:docMkLst>
      <pc:sldChg chg="modSp mod">
        <pc:chgData name="Nazia Akhter" userId="eb0cff5458710322" providerId="LiveId" clId="{6B005780-7D2B-4692-8CE9-8B7328A44D84}" dt="2025-10-22T10:45:43.784" v="13" actId="20577"/>
        <pc:sldMkLst>
          <pc:docMk/>
          <pc:sldMk cId="2077799825" sldId="256"/>
        </pc:sldMkLst>
        <pc:spChg chg="mod">
          <ac:chgData name="Nazia Akhter" userId="eb0cff5458710322" providerId="LiveId" clId="{6B005780-7D2B-4692-8CE9-8B7328A44D84}" dt="2025-10-22T10:45:43.784" v="13" actId="20577"/>
          <ac:spMkLst>
            <pc:docMk/>
            <pc:sldMk cId="2077799825" sldId="256"/>
            <ac:spMk id="3" creationId="{892CA28B-9E73-AAFF-2B0B-41472D767599}"/>
          </ac:spMkLst>
        </pc:spChg>
      </pc:sldChg>
      <pc:sldChg chg="modSp mod">
        <pc:chgData name="Nazia Akhter" userId="eb0cff5458710322" providerId="LiveId" clId="{6B005780-7D2B-4692-8CE9-8B7328A44D84}" dt="2025-10-22T11:29:06.901" v="259" actId="20577"/>
        <pc:sldMkLst>
          <pc:docMk/>
          <pc:sldMk cId="3438183313" sldId="257"/>
        </pc:sldMkLst>
        <pc:spChg chg="mod">
          <ac:chgData name="Nazia Akhter" userId="eb0cff5458710322" providerId="LiveId" clId="{6B005780-7D2B-4692-8CE9-8B7328A44D84}" dt="2025-10-22T11:29:06.901" v="259" actId="20577"/>
          <ac:spMkLst>
            <pc:docMk/>
            <pc:sldMk cId="3438183313" sldId="257"/>
            <ac:spMk id="3" creationId="{F4C01367-77A1-2CF0-0B20-48D00C61F70A}"/>
          </ac:spMkLst>
        </pc:spChg>
      </pc:sldChg>
      <pc:sldChg chg="modSp new mod">
        <pc:chgData name="Nazia Akhter" userId="eb0cff5458710322" providerId="LiveId" clId="{6B005780-7D2B-4692-8CE9-8B7328A44D84}" dt="2025-10-22T11:53:50.646" v="634" actId="20577"/>
        <pc:sldMkLst>
          <pc:docMk/>
          <pc:sldMk cId="2636122742" sldId="258"/>
        </pc:sldMkLst>
        <pc:spChg chg="mod">
          <ac:chgData name="Nazia Akhter" userId="eb0cff5458710322" providerId="LiveId" clId="{6B005780-7D2B-4692-8CE9-8B7328A44D84}" dt="2025-10-22T11:29:39.057" v="264" actId="20577"/>
          <ac:spMkLst>
            <pc:docMk/>
            <pc:sldMk cId="2636122742" sldId="258"/>
            <ac:spMk id="2" creationId="{8EE5550A-1A41-F4CE-7413-F95C12E5EF04}"/>
          </ac:spMkLst>
        </pc:spChg>
        <pc:spChg chg="mod">
          <ac:chgData name="Nazia Akhter" userId="eb0cff5458710322" providerId="LiveId" clId="{6B005780-7D2B-4692-8CE9-8B7328A44D84}" dt="2025-10-22T11:53:50.646" v="634" actId="20577"/>
          <ac:spMkLst>
            <pc:docMk/>
            <pc:sldMk cId="2636122742" sldId="258"/>
            <ac:spMk id="3" creationId="{7D5C5026-13A1-77A4-BCC7-32FD922CD4E5}"/>
          </ac:spMkLst>
        </pc:spChg>
      </pc:sldChg>
      <pc:sldChg chg="modSp new mod">
        <pc:chgData name="Nazia Akhter" userId="eb0cff5458710322" providerId="LiveId" clId="{6B005780-7D2B-4692-8CE9-8B7328A44D84}" dt="2025-10-22T12:03:24.063" v="878" actId="20577"/>
        <pc:sldMkLst>
          <pc:docMk/>
          <pc:sldMk cId="751823941" sldId="259"/>
        </pc:sldMkLst>
        <pc:spChg chg="mod">
          <ac:chgData name="Nazia Akhter" userId="eb0cff5458710322" providerId="LiveId" clId="{6B005780-7D2B-4692-8CE9-8B7328A44D84}" dt="2025-10-22T11:58:10.623" v="658" actId="20577"/>
          <ac:spMkLst>
            <pc:docMk/>
            <pc:sldMk cId="751823941" sldId="259"/>
            <ac:spMk id="2" creationId="{3091D26A-ABCE-9446-42B4-68C69FC251C2}"/>
          </ac:spMkLst>
        </pc:spChg>
        <pc:spChg chg="mod">
          <ac:chgData name="Nazia Akhter" userId="eb0cff5458710322" providerId="LiveId" clId="{6B005780-7D2B-4692-8CE9-8B7328A44D84}" dt="2025-10-22T12:03:24.063" v="878" actId="20577"/>
          <ac:spMkLst>
            <pc:docMk/>
            <pc:sldMk cId="751823941" sldId="259"/>
            <ac:spMk id="3" creationId="{E3E2852B-CBBD-1F9A-94A9-1C9E4DC76951}"/>
          </ac:spMkLst>
        </pc:spChg>
      </pc:sldChg>
      <pc:sldChg chg="modSp new mod">
        <pc:chgData name="Nazia Akhter" userId="eb0cff5458710322" providerId="LiveId" clId="{6B005780-7D2B-4692-8CE9-8B7328A44D84}" dt="2025-10-22T14:40:46.211" v="1227" actId="20577"/>
        <pc:sldMkLst>
          <pc:docMk/>
          <pc:sldMk cId="1254650129" sldId="260"/>
        </pc:sldMkLst>
        <pc:spChg chg="mod">
          <ac:chgData name="Nazia Akhter" userId="eb0cff5458710322" providerId="LiveId" clId="{6B005780-7D2B-4692-8CE9-8B7328A44D84}" dt="2025-10-22T14:40:46.211" v="1227" actId="20577"/>
          <ac:spMkLst>
            <pc:docMk/>
            <pc:sldMk cId="1254650129" sldId="260"/>
            <ac:spMk id="2" creationId="{5E34706B-6AD0-7155-BD82-0BB4F651E9EC}"/>
          </ac:spMkLst>
        </pc:spChg>
        <pc:spChg chg="mod">
          <ac:chgData name="Nazia Akhter" userId="eb0cff5458710322" providerId="LiveId" clId="{6B005780-7D2B-4692-8CE9-8B7328A44D84}" dt="2025-10-22T14:37:59.441" v="1182" actId="313"/>
          <ac:spMkLst>
            <pc:docMk/>
            <pc:sldMk cId="1254650129" sldId="260"/>
            <ac:spMk id="3" creationId="{811E32E3-4C2F-6727-3E80-FBDDA7A0558C}"/>
          </ac:spMkLst>
        </pc:spChg>
      </pc:sldChg>
      <pc:sldChg chg="addSp delSp modSp new mod">
        <pc:chgData name="Nazia Akhter" userId="eb0cff5458710322" providerId="LiveId" clId="{6B005780-7D2B-4692-8CE9-8B7328A44D84}" dt="2025-10-22T15:11:27.035" v="1451"/>
        <pc:sldMkLst>
          <pc:docMk/>
          <pc:sldMk cId="339852970" sldId="261"/>
        </pc:sldMkLst>
        <pc:spChg chg="mod">
          <ac:chgData name="Nazia Akhter" userId="eb0cff5458710322" providerId="LiveId" clId="{6B005780-7D2B-4692-8CE9-8B7328A44D84}" dt="2025-10-22T15:09:43.638" v="1437" actId="207"/>
          <ac:spMkLst>
            <pc:docMk/>
            <pc:sldMk cId="339852970" sldId="261"/>
            <ac:spMk id="2" creationId="{D0C98022-43C5-9EE3-0D79-ED9F51AF8857}"/>
          </ac:spMkLst>
        </pc:spChg>
        <pc:spChg chg="del">
          <ac:chgData name="Nazia Akhter" userId="eb0cff5458710322" providerId="LiveId" clId="{6B005780-7D2B-4692-8CE9-8B7328A44D84}" dt="2025-10-22T14:49:12.676" v="1291"/>
          <ac:spMkLst>
            <pc:docMk/>
            <pc:sldMk cId="339852970" sldId="261"/>
            <ac:spMk id="3" creationId="{7E22E830-EE9C-465F-B7AC-D0758E688D20}"/>
          </ac:spMkLst>
        </pc:spChg>
        <pc:graphicFrameChg chg="add mod">
          <ac:chgData name="Nazia Akhter" userId="eb0cff5458710322" providerId="LiveId" clId="{6B005780-7D2B-4692-8CE9-8B7328A44D84}" dt="2025-10-22T15:11:27.035" v="1451"/>
          <ac:graphicFrameMkLst>
            <pc:docMk/>
            <pc:sldMk cId="339852970" sldId="261"/>
            <ac:graphicFrameMk id="4" creationId="{6A48B589-AA15-8F01-56BE-6725C42A2875}"/>
          </ac:graphicFrameMkLst>
        </pc:graphicFrameChg>
        <pc:picChg chg="add mod">
          <ac:chgData name="Nazia Akhter" userId="eb0cff5458710322" providerId="LiveId" clId="{6B005780-7D2B-4692-8CE9-8B7328A44D84}" dt="2025-10-22T14:54:48.983" v="1332" actId="1076"/>
          <ac:picMkLst>
            <pc:docMk/>
            <pc:sldMk cId="339852970" sldId="261"/>
            <ac:picMk id="6" creationId="{329D50AF-B1FA-328E-7525-304A7A020B06}"/>
          </ac:picMkLst>
        </pc:picChg>
      </pc:sldChg>
      <pc:sldChg chg="addSp delSp modSp new mod">
        <pc:chgData name="Nazia Akhter" userId="eb0cff5458710322" providerId="LiveId" clId="{6B005780-7D2B-4692-8CE9-8B7328A44D84}" dt="2025-10-22T15:09:51.870" v="1438" actId="207"/>
        <pc:sldMkLst>
          <pc:docMk/>
          <pc:sldMk cId="886692848" sldId="262"/>
        </pc:sldMkLst>
        <pc:spChg chg="mod">
          <ac:chgData name="Nazia Akhter" userId="eb0cff5458710322" providerId="LiveId" clId="{6B005780-7D2B-4692-8CE9-8B7328A44D84}" dt="2025-10-22T15:09:51.870" v="1438" actId="207"/>
          <ac:spMkLst>
            <pc:docMk/>
            <pc:sldMk cId="886692848" sldId="262"/>
            <ac:spMk id="2" creationId="{F4A78B84-2367-E831-D95C-4B2EFA298D78}"/>
          </ac:spMkLst>
        </pc:spChg>
        <pc:spChg chg="del">
          <ac:chgData name="Nazia Akhter" userId="eb0cff5458710322" providerId="LiveId" clId="{6B005780-7D2B-4692-8CE9-8B7328A44D84}" dt="2025-10-22T14:57:01.646" v="1369"/>
          <ac:spMkLst>
            <pc:docMk/>
            <pc:sldMk cId="886692848" sldId="262"/>
            <ac:spMk id="3" creationId="{854CF824-948E-1DB1-E3A3-82E9262FA4E9}"/>
          </ac:spMkLst>
        </pc:spChg>
        <pc:graphicFrameChg chg="add mod">
          <ac:chgData name="Nazia Akhter" userId="eb0cff5458710322" providerId="LiveId" clId="{6B005780-7D2B-4692-8CE9-8B7328A44D84}" dt="2025-10-22T15:04:04.884" v="1380" actId="14100"/>
          <ac:graphicFrameMkLst>
            <pc:docMk/>
            <pc:sldMk cId="886692848" sldId="262"/>
            <ac:graphicFrameMk id="4" creationId="{02451994-4D7D-A4FC-148E-71EE098C3CE3}"/>
          </ac:graphicFrameMkLst>
        </pc:graphicFrameChg>
        <pc:picChg chg="add mod">
          <ac:chgData name="Nazia Akhter" userId="eb0cff5458710322" providerId="LiveId" clId="{6B005780-7D2B-4692-8CE9-8B7328A44D84}" dt="2025-10-22T15:04:50.549" v="1390" actId="14100"/>
          <ac:picMkLst>
            <pc:docMk/>
            <pc:sldMk cId="886692848" sldId="262"/>
            <ac:picMk id="6" creationId="{73F9D773-8778-F0B5-51D7-2F937D431F72}"/>
          </ac:picMkLst>
        </pc:picChg>
      </pc:sldChg>
      <pc:sldChg chg="addSp delSp modSp new mod">
        <pc:chgData name="Nazia Akhter" userId="eb0cff5458710322" providerId="LiveId" clId="{6B005780-7D2B-4692-8CE9-8B7328A44D84}" dt="2025-10-22T15:16:34.944" v="1479" actId="207"/>
        <pc:sldMkLst>
          <pc:docMk/>
          <pc:sldMk cId="2296059228" sldId="263"/>
        </pc:sldMkLst>
        <pc:spChg chg="mod">
          <ac:chgData name="Nazia Akhter" userId="eb0cff5458710322" providerId="LiveId" clId="{6B005780-7D2B-4692-8CE9-8B7328A44D84}" dt="2025-10-22T15:10:00.683" v="1439" actId="207"/>
          <ac:spMkLst>
            <pc:docMk/>
            <pc:sldMk cId="2296059228" sldId="263"/>
            <ac:spMk id="2" creationId="{8DD8F1AA-A49C-C883-D25A-BBCD3F6A34A6}"/>
          </ac:spMkLst>
        </pc:spChg>
        <pc:spChg chg="del">
          <ac:chgData name="Nazia Akhter" userId="eb0cff5458710322" providerId="LiveId" clId="{6B005780-7D2B-4692-8CE9-8B7328A44D84}" dt="2025-10-22T15:06:59.845" v="1402"/>
          <ac:spMkLst>
            <pc:docMk/>
            <pc:sldMk cId="2296059228" sldId="263"/>
            <ac:spMk id="3" creationId="{F58DD0C4-2F5F-13B5-7F5E-9752AD82878E}"/>
          </ac:spMkLst>
        </pc:spChg>
        <pc:graphicFrameChg chg="add mod">
          <ac:chgData name="Nazia Akhter" userId="eb0cff5458710322" providerId="LiveId" clId="{6B005780-7D2B-4692-8CE9-8B7328A44D84}" dt="2025-10-22T15:16:34.944" v="1479" actId="207"/>
          <ac:graphicFrameMkLst>
            <pc:docMk/>
            <pc:sldMk cId="2296059228" sldId="263"/>
            <ac:graphicFrameMk id="4" creationId="{FB03E483-54FE-4802-B5F5-37512AFDD2B8}"/>
          </ac:graphicFrameMkLst>
        </pc:graphicFrameChg>
        <pc:picChg chg="add mod">
          <ac:chgData name="Nazia Akhter" userId="eb0cff5458710322" providerId="LiveId" clId="{6B005780-7D2B-4692-8CE9-8B7328A44D84}" dt="2025-10-22T15:10:51.704" v="1450" actId="14100"/>
          <ac:picMkLst>
            <pc:docMk/>
            <pc:sldMk cId="2296059228" sldId="263"/>
            <ac:picMk id="6" creationId="{B9A762E9-FEF2-2891-6C61-4F774D6C8B19}"/>
          </ac:picMkLst>
        </pc:picChg>
      </pc:sldChg>
      <pc:sldChg chg="addSp delSp modSp new mod">
        <pc:chgData name="Nazia Akhter" userId="eb0cff5458710322" providerId="LiveId" clId="{6B005780-7D2B-4692-8CE9-8B7328A44D84}" dt="2025-10-22T15:22:35.336" v="1509" actId="14100"/>
        <pc:sldMkLst>
          <pc:docMk/>
          <pc:sldMk cId="4281193303" sldId="264"/>
        </pc:sldMkLst>
        <pc:spChg chg="mod">
          <ac:chgData name="Nazia Akhter" userId="eb0cff5458710322" providerId="LiveId" clId="{6B005780-7D2B-4692-8CE9-8B7328A44D84}" dt="2025-10-22T15:16:03.202" v="1474" actId="14100"/>
          <ac:spMkLst>
            <pc:docMk/>
            <pc:sldMk cId="4281193303" sldId="264"/>
            <ac:spMk id="2" creationId="{E3187254-475A-78A6-C4C4-65BFCA901D02}"/>
          </ac:spMkLst>
        </pc:spChg>
        <pc:spChg chg="del">
          <ac:chgData name="Nazia Akhter" userId="eb0cff5458710322" providerId="LiveId" clId="{6B005780-7D2B-4692-8CE9-8B7328A44D84}" dt="2025-10-22T15:16:15.373" v="1476"/>
          <ac:spMkLst>
            <pc:docMk/>
            <pc:sldMk cId="4281193303" sldId="264"/>
            <ac:spMk id="3" creationId="{26D31732-43F3-5B69-24FD-6D747F53C013}"/>
          </ac:spMkLst>
        </pc:spChg>
        <pc:graphicFrameChg chg="add mod">
          <ac:chgData name="Nazia Akhter" userId="eb0cff5458710322" providerId="LiveId" clId="{6B005780-7D2B-4692-8CE9-8B7328A44D84}" dt="2025-10-22T15:22:19.408" v="1506" actId="14100"/>
          <ac:graphicFrameMkLst>
            <pc:docMk/>
            <pc:sldMk cId="4281193303" sldId="264"/>
            <ac:graphicFrameMk id="4" creationId="{AA6475EE-530B-03B8-5733-0C09B1143FF2}"/>
          </ac:graphicFrameMkLst>
        </pc:graphicFrameChg>
        <pc:picChg chg="add mod">
          <ac:chgData name="Nazia Akhter" userId="eb0cff5458710322" providerId="LiveId" clId="{6B005780-7D2B-4692-8CE9-8B7328A44D84}" dt="2025-10-22T15:22:35.336" v="1509" actId="14100"/>
          <ac:picMkLst>
            <pc:docMk/>
            <pc:sldMk cId="4281193303" sldId="264"/>
            <ac:picMk id="6" creationId="{07ABBE35-5405-F919-DCE7-6DC86BCD3966}"/>
          </ac:picMkLst>
        </pc:picChg>
      </pc:sldChg>
      <pc:sldChg chg="addSp delSp modSp new mod">
        <pc:chgData name="Nazia Akhter" userId="eb0cff5458710322" providerId="LiveId" clId="{6B005780-7D2B-4692-8CE9-8B7328A44D84}" dt="2025-10-22T15:56:11.259" v="1568" actId="255"/>
        <pc:sldMkLst>
          <pc:docMk/>
          <pc:sldMk cId="658475146" sldId="265"/>
        </pc:sldMkLst>
        <pc:spChg chg="mod">
          <ac:chgData name="Nazia Akhter" userId="eb0cff5458710322" providerId="LiveId" clId="{6B005780-7D2B-4692-8CE9-8B7328A44D84}" dt="2025-10-22T15:23:47.283" v="1555" actId="122"/>
          <ac:spMkLst>
            <pc:docMk/>
            <pc:sldMk cId="658475146" sldId="265"/>
            <ac:spMk id="2" creationId="{306CE05A-F7B0-3C49-403F-E6FA9D913B32}"/>
          </ac:spMkLst>
        </pc:spChg>
        <pc:spChg chg="del">
          <ac:chgData name="Nazia Akhter" userId="eb0cff5458710322" providerId="LiveId" clId="{6B005780-7D2B-4692-8CE9-8B7328A44D84}" dt="2025-10-22T15:23:55.264" v="1557"/>
          <ac:spMkLst>
            <pc:docMk/>
            <pc:sldMk cId="658475146" sldId="265"/>
            <ac:spMk id="3" creationId="{097E960E-3579-FF24-B264-15B58E25C9D1}"/>
          </ac:spMkLst>
        </pc:spChg>
        <pc:graphicFrameChg chg="add mod">
          <ac:chgData name="Nazia Akhter" userId="eb0cff5458710322" providerId="LiveId" clId="{6B005780-7D2B-4692-8CE9-8B7328A44D84}" dt="2025-10-22T15:56:11.259" v="1568" actId="255"/>
          <ac:graphicFrameMkLst>
            <pc:docMk/>
            <pc:sldMk cId="658475146" sldId="265"/>
            <ac:graphicFrameMk id="4" creationId="{33C3FD97-4418-5CBF-671F-87B2C88257F5}"/>
          </ac:graphicFrameMkLst>
        </pc:graphicFrameChg>
        <pc:picChg chg="add mod">
          <ac:chgData name="Nazia Akhter" userId="eb0cff5458710322" providerId="LiveId" clId="{6B005780-7D2B-4692-8CE9-8B7328A44D84}" dt="2025-10-22T15:24:57.191" v="1566" actId="14100"/>
          <ac:picMkLst>
            <pc:docMk/>
            <pc:sldMk cId="658475146" sldId="265"/>
            <ac:picMk id="6" creationId="{1815F85C-42F9-347F-6775-516B3169CF23}"/>
          </ac:picMkLst>
        </pc:picChg>
      </pc:sldChg>
      <pc:sldChg chg="modSp new del mod">
        <pc:chgData name="Nazia Akhter" userId="eb0cff5458710322" providerId="LiveId" clId="{6B005780-7D2B-4692-8CE9-8B7328A44D84}" dt="2025-10-22T15:57:43.084" v="1580" actId="2696"/>
        <pc:sldMkLst>
          <pc:docMk/>
          <pc:sldMk cId="1693174986" sldId="266"/>
        </pc:sldMkLst>
        <pc:spChg chg="mod">
          <ac:chgData name="Nazia Akhter" userId="eb0cff5458710322" providerId="LiveId" clId="{6B005780-7D2B-4692-8CE9-8B7328A44D84}" dt="2025-10-22T15:57:19.118" v="1578" actId="20577"/>
          <ac:spMkLst>
            <pc:docMk/>
            <pc:sldMk cId="1693174986" sldId="266"/>
            <ac:spMk id="3" creationId="{384DFD6D-A880-6FF1-49EA-3C988AADFE91}"/>
          </ac:spMkLst>
        </pc:spChg>
      </pc:sldChg>
      <pc:sldChg chg="modSp new del mod">
        <pc:chgData name="Nazia Akhter" userId="eb0cff5458710322" providerId="LiveId" clId="{6B005780-7D2B-4692-8CE9-8B7328A44D84}" dt="2025-10-22T15:59:40.323" v="1599" actId="2696"/>
        <pc:sldMkLst>
          <pc:docMk/>
          <pc:sldMk cId="4119137659" sldId="266"/>
        </pc:sldMkLst>
        <pc:spChg chg="mod">
          <ac:chgData name="Nazia Akhter" userId="eb0cff5458710322" providerId="LiveId" clId="{6B005780-7D2B-4692-8CE9-8B7328A44D84}" dt="2025-10-22T15:59:05.953" v="1597" actId="207"/>
          <ac:spMkLst>
            <pc:docMk/>
            <pc:sldMk cId="4119137659" sldId="266"/>
            <ac:spMk id="2" creationId="{ADE690AE-1A74-08FA-63F4-AC5A4EC8F029}"/>
          </ac:spMkLst>
        </pc:spChg>
      </pc:sldChg>
      <pc:sldChg chg="new del">
        <pc:chgData name="Nazia Akhter" userId="eb0cff5458710322" providerId="LiveId" clId="{6B005780-7D2B-4692-8CE9-8B7328A44D84}" dt="2025-10-22T16:05:42.470" v="1616" actId="2696"/>
        <pc:sldMkLst>
          <pc:docMk/>
          <pc:sldMk cId="4292244652" sldId="266"/>
        </pc:sldMkLst>
      </pc:sldChg>
      <pc:sldChg chg="new del">
        <pc:chgData name="Nazia Akhter" userId="eb0cff5458710322" providerId="LiveId" clId="{6B005780-7D2B-4692-8CE9-8B7328A44D84}" dt="2025-10-22T16:08:04.192" v="1633" actId="2696"/>
        <pc:sldMkLst>
          <pc:docMk/>
          <pc:sldMk cId="371242558" sldId="267"/>
        </pc:sldMkLst>
      </pc:sldChg>
      <pc:sldChg chg="modSp new del mod">
        <pc:chgData name="Nazia Akhter" userId="eb0cff5458710322" providerId="LiveId" clId="{6B005780-7D2B-4692-8CE9-8B7328A44D84}" dt="2025-10-22T16:00:31.536" v="1613" actId="2696"/>
        <pc:sldMkLst>
          <pc:docMk/>
          <pc:sldMk cId="3582245617" sldId="267"/>
        </pc:sldMkLst>
        <pc:spChg chg="mod">
          <ac:chgData name="Nazia Akhter" userId="eb0cff5458710322" providerId="LiveId" clId="{6B005780-7D2B-4692-8CE9-8B7328A44D84}" dt="2025-10-22T16:00:08.036" v="1612" actId="255"/>
          <ac:spMkLst>
            <pc:docMk/>
            <pc:sldMk cId="3582245617" sldId="267"/>
            <ac:spMk id="2" creationId="{88E75107-82F2-2F37-D77F-E21DCA840D69}"/>
          </ac:spMkLst>
        </pc:spChg>
      </pc:sldChg>
      <pc:sldChg chg="new del">
        <pc:chgData name="Nazia Akhter" userId="eb0cff5458710322" providerId="LiveId" clId="{6B005780-7D2B-4692-8CE9-8B7328A44D84}" dt="2025-10-22T15:58:01.292" v="1581" actId="2696"/>
        <pc:sldMkLst>
          <pc:docMk/>
          <pc:sldMk cId="3976720283" sldId="267"/>
        </pc:sldMkLst>
      </pc:sldChg>
      <pc:sldChg chg="delSp modSp new mod">
        <pc:chgData name="Nazia Akhter" userId="eb0cff5458710322" providerId="LiveId" clId="{6B005780-7D2B-4692-8CE9-8B7328A44D84}" dt="2025-10-22T16:08:33.021" v="1635" actId="207"/>
        <pc:sldMkLst>
          <pc:docMk/>
          <pc:sldMk cId="760256136" sldId="268"/>
        </pc:sldMkLst>
        <pc:spChg chg="del">
          <ac:chgData name="Nazia Akhter" userId="eb0cff5458710322" providerId="LiveId" clId="{6B005780-7D2B-4692-8CE9-8B7328A44D84}" dt="2025-10-22T16:07:10.215" v="1618" actId="478"/>
          <ac:spMkLst>
            <pc:docMk/>
            <pc:sldMk cId="760256136" sldId="268"/>
            <ac:spMk id="2" creationId="{0AEF1A79-B591-75C8-6E94-D5D5BDB0314E}"/>
          </ac:spMkLst>
        </pc:spChg>
        <pc:spChg chg="mod">
          <ac:chgData name="Nazia Akhter" userId="eb0cff5458710322" providerId="LiveId" clId="{6B005780-7D2B-4692-8CE9-8B7328A44D84}" dt="2025-10-22T16:08:33.021" v="1635" actId="207"/>
          <ac:spMkLst>
            <pc:docMk/>
            <pc:sldMk cId="760256136" sldId="268"/>
            <ac:spMk id="3" creationId="{1A85E1E2-BFAC-44F3-8894-743C8670A87D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EB0CFF5458710322/Documents/Merge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EB0CFF5458710322/Documents/Merge.xlsx" TargetMode="Externa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[Merge.xlsx]Pivot Table 2!PivotTable3</c:name>
    <c:fmtId val="2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>
                <a:solidFill>
                  <a:schemeClr val="tx1"/>
                </a:solidFill>
                <a:latin typeface="Baskerville Old Face" panose="02020602080505020303" pitchFamily="18" charset="0"/>
              </a:rPr>
              <a:t>Relationship Between Battery and Price of Mobile Phones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2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pivotSource>
    <c:name>[Merge.xlsx]Pivot Table 3!PivotTable1</c:name>
    <c:fmtId val="3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chemeClr val="tx1"/>
                </a:solidFill>
                <a:latin typeface="Baskerville Old Face" panose="02020602080505020303" pitchFamily="18" charset="0"/>
              </a:rPr>
              <a:t>Count</a:t>
            </a:r>
            <a:r>
              <a:rPr lang="en-US" baseline="0">
                <a:solidFill>
                  <a:schemeClr val="tx1"/>
                </a:solidFill>
                <a:latin typeface="Baskerville Old Face" panose="02020602080505020303" pitchFamily="18" charset="0"/>
              </a:rPr>
              <a:t> of Holiday</a:t>
            </a:r>
            <a:endParaRPr lang="en-US">
              <a:solidFill>
                <a:schemeClr val="tx1"/>
              </a:solidFill>
              <a:latin typeface="Baskerville Old Face" panose="02020602080505020303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6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528476751"/>
        <c:axId val="1528477711"/>
        <c:axId val="0"/>
      </c:bar3DChart>
      <c:catAx>
        <c:axId val="15284767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28477711"/>
        <c:crosses val="autoZero"/>
        <c:auto val="1"/>
        <c:lblAlgn val="ctr"/>
        <c:lblOffset val="100"/>
        <c:noMultiLvlLbl val="0"/>
      </c:catAx>
      <c:valAx>
        <c:axId val="15284777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284767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chart">
          <a:extLst xmlns:a="http://schemas.openxmlformats.org/drawingml/2006/main">
            <a:ext uri="{FF2B5EF4-FFF2-40B4-BE49-F238E27FC236}">
              <a16:creationId xmlns:a16="http://schemas.microsoft.com/office/drawing/2014/main" id="{12B1F410-BF09-583E-F97F-8B89BB0A4024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8229600" cy="5112774"/>
        </a:xfrm>
        <a:prstGeom xmlns:a="http://schemas.openxmlformats.org/drawingml/2006/main" prst="rect">
          <a:avLst/>
        </a:prstGeom>
      </cdr:spPr>
    </cdr:pic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chart">
          <a:extLst xmlns:a="http://schemas.openxmlformats.org/drawingml/2006/main">
            <a:ext uri="{FF2B5EF4-FFF2-40B4-BE49-F238E27FC236}">
              <a16:creationId xmlns:a16="http://schemas.microsoft.com/office/drawing/2014/main" id="{9F9950CE-9C4A-32EB-E77E-BAF3B01C015F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7859222" cy="6830378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BD1729-0ACB-4487-84E3-50C62BDDA41F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33F9B-2D88-477A-9435-46068737C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2326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33F9B-2D88-477A-9435-46068737C97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134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A89D-7E58-4C5E-B505-935E6DEC2A4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2B22251-97BE-4A43-ADC8-47DAB9D82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437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A89D-7E58-4C5E-B505-935E6DEC2A4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22251-97BE-4A43-ADC8-47DAB9D82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341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A89D-7E58-4C5E-B505-935E6DEC2A4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2B22251-97BE-4A43-ADC8-47DAB9D82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896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A89D-7E58-4C5E-B505-935E6DEC2A4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2B22251-97BE-4A43-ADC8-47DAB9D82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17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A89D-7E58-4C5E-B505-935E6DEC2A4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2B22251-97BE-4A43-ADC8-47DAB9D82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776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A89D-7E58-4C5E-B505-935E6DEC2A4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22251-97BE-4A43-ADC8-47DAB9D82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416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A89D-7E58-4C5E-B505-935E6DEC2A4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22251-97BE-4A43-ADC8-47DAB9D82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890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A89D-7E58-4C5E-B505-935E6DEC2A4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22251-97BE-4A43-ADC8-47DAB9D82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4768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A89D-7E58-4C5E-B505-935E6DEC2A4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2B22251-97BE-4A43-ADC8-47DAB9D82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208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A89D-7E58-4C5E-B505-935E6DEC2A4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2B22251-97BE-4A43-ADC8-47DAB9D82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512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A89D-7E58-4C5E-B505-935E6DEC2A4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2B22251-97BE-4A43-ADC8-47DAB9D82E7F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723748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A89D-7E58-4C5E-B505-935E6DEC2A4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2B22251-97BE-4A43-ADC8-47DAB9D82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1736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A89D-7E58-4C5E-B505-935E6DEC2A4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2B22251-97BE-4A43-ADC8-47DAB9D82E7F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374967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A89D-7E58-4C5E-B505-935E6DEC2A4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2B22251-97BE-4A43-ADC8-47DAB9D82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2342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A89D-7E58-4C5E-B505-935E6DEC2A4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22251-97BE-4A43-ADC8-47DAB9D82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3022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A89D-7E58-4C5E-B505-935E6DEC2A4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22251-97BE-4A43-ADC8-47DAB9D82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290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0A89D-7E58-4C5E-B505-935E6DEC2A4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2B22251-97BE-4A43-ADC8-47DAB9D82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1071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41865-1873-ACBC-96EF-BF3741BEA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1327355"/>
            <a:ext cx="8915399" cy="1759974"/>
          </a:xfrm>
        </p:spPr>
        <p:txBody>
          <a:bodyPr>
            <a:normAutofit/>
          </a:bodyPr>
          <a:lstStyle/>
          <a:p>
            <a:pPr algn="ctr"/>
            <a:r>
              <a:rPr lang="en-US" dirty="0" err="1">
                <a:solidFill>
                  <a:schemeClr val="accent5">
                    <a:lumMod val="50000"/>
                  </a:schemeClr>
                </a:solidFill>
                <a:latin typeface="Algerian" panose="04020705040A02060702" pitchFamily="82" charset="0"/>
              </a:rPr>
              <a:t>NextHikes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Algerian" panose="04020705040A02060702" pitchFamily="82" charset="0"/>
              </a:rPr>
              <a:t> </a:t>
            </a:r>
            <a:br>
              <a:rPr lang="en-US" dirty="0">
                <a:solidFill>
                  <a:schemeClr val="accent5">
                    <a:lumMod val="50000"/>
                  </a:schemeClr>
                </a:solidFill>
                <a:latin typeface="Algerian" panose="04020705040A02060702" pitchFamily="82" charset="0"/>
              </a:rPr>
            </a:b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Algerian" panose="04020705040A02060702" pitchFamily="82" charset="0"/>
              </a:rPr>
              <a:t>IT Solutions</a:t>
            </a:r>
            <a:endParaRPr lang="en-IN" dirty="0">
              <a:solidFill>
                <a:schemeClr val="accent5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2CA28B-9E73-AAFF-2B0B-41472D7675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0970" y="4537976"/>
            <a:ext cx="8990991" cy="820605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  <a:p>
            <a:endParaRPr lang="en-IN" dirty="0"/>
          </a:p>
          <a:p>
            <a:r>
              <a:rPr lang="en-IN" dirty="0"/>
              <a:t>							</a:t>
            </a:r>
          </a:p>
          <a:p>
            <a:pPr algn="r"/>
            <a:r>
              <a:rPr lang="en-IN" dirty="0"/>
              <a:t>							</a:t>
            </a:r>
            <a:r>
              <a:rPr lang="en-IN" sz="9600" b="1" dirty="0">
                <a:solidFill>
                  <a:schemeClr val="accent1"/>
                </a:solidFill>
                <a:latin typeface="Bahnschrift SemiLight" panose="020B0502040204020203" pitchFamily="34" charset="0"/>
              </a:rPr>
              <a:t>Nazia Akhter</a:t>
            </a:r>
          </a:p>
          <a:p>
            <a:pPr algn="r"/>
            <a:r>
              <a:rPr lang="en-IN" sz="9600" b="1" dirty="0">
                <a:solidFill>
                  <a:schemeClr val="accent1"/>
                </a:solidFill>
                <a:latin typeface="Bahnschrift SemiLight" panose="020B0502040204020203" pitchFamily="34" charset="0"/>
              </a:rPr>
              <a:t>(Project -4)</a:t>
            </a:r>
          </a:p>
          <a:p>
            <a:pPr algn="r"/>
            <a:endParaRPr lang="en-IN" sz="8000" b="1" dirty="0">
              <a:solidFill>
                <a:schemeClr val="accent1"/>
              </a:solidFill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7799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4DCE6-93C3-13FC-77C2-FA5E4B17D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LIBRARIES USED </a:t>
            </a:r>
            <a:endParaRPr lang="en-IN" b="1" dirty="0">
              <a:solidFill>
                <a:schemeClr val="accent5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01367-77A1-2CF0-0B20-48D00C61F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Pandas – Data Loading, Cleaning, and manipulation.</a:t>
            </a:r>
          </a:p>
          <a:p>
            <a:r>
              <a:rPr lang="en-US" dirty="0">
                <a:solidFill>
                  <a:schemeClr val="tx1"/>
                </a:solidFill>
              </a:rPr>
              <a:t>NumPy – Numerical computations and array operations, Mathematical operations.</a:t>
            </a:r>
          </a:p>
          <a:p>
            <a:r>
              <a:rPr lang="en-US" dirty="0">
                <a:solidFill>
                  <a:schemeClr val="tx1"/>
                </a:solidFill>
              </a:rPr>
              <a:t>Matplotlib – Basic Data visualization, plotting, line charts, bar graphs and scatter plots.</a:t>
            </a:r>
          </a:p>
          <a:p>
            <a:r>
              <a:rPr lang="en-US" dirty="0">
                <a:solidFill>
                  <a:schemeClr val="tx1"/>
                </a:solidFill>
              </a:rPr>
              <a:t>Seaborn – Advanced statistical visualization with better aesthetics, heat maps, pair plots and distribution plots.</a:t>
            </a:r>
          </a:p>
          <a:p>
            <a:r>
              <a:rPr lang="en-US" dirty="0">
                <a:solidFill>
                  <a:schemeClr val="tx1"/>
                </a:solidFill>
              </a:rPr>
              <a:t>Linear models- (Scikit – learn) – Machine learning algorithms and Linear regression.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8183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5550A-1A41-F4CE-7413-F95C12E5E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DATASET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C5026-13A1-77A4-BCC7-32FD922CD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The Dataset contains information about mobile phone specifications and prices.</a:t>
            </a:r>
          </a:p>
          <a:p>
            <a:r>
              <a:rPr lang="en-US" dirty="0">
                <a:solidFill>
                  <a:schemeClr val="tx1"/>
                </a:solidFill>
              </a:rPr>
              <a:t>It includes various features such as RAM, Battery Capacity, Camera Quality and Price.</a:t>
            </a:r>
          </a:p>
          <a:p>
            <a:r>
              <a:rPr lang="en-US" dirty="0">
                <a:solidFill>
                  <a:schemeClr val="tx1"/>
                </a:solidFill>
              </a:rPr>
              <a:t>The Dataset is used to Analyze relationships between mobile features and price.</a:t>
            </a:r>
          </a:p>
          <a:p>
            <a:r>
              <a:rPr lang="en-US" dirty="0">
                <a:solidFill>
                  <a:schemeClr val="tx1"/>
                </a:solidFill>
              </a:rPr>
              <a:t>Data preprocessing techniques were applied to clean and prepare the dataset for analysis.</a:t>
            </a:r>
          </a:p>
          <a:p>
            <a:r>
              <a:rPr lang="en-US" dirty="0">
                <a:solidFill>
                  <a:schemeClr val="tx1"/>
                </a:solidFill>
              </a:rPr>
              <a:t>The dataset helps in performing exploratory Data Analysis (EDA) and predictive modeling.</a:t>
            </a:r>
          </a:p>
          <a:p>
            <a:r>
              <a:rPr lang="en-US" dirty="0">
                <a:solidFill>
                  <a:schemeClr val="tx1"/>
                </a:solidFill>
              </a:rPr>
              <a:t>Total Records (Rows) – 541 and Total (columns) -  12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6122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91275-2117-46E2-54C6-93FA5830A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18CD2-BA07-2CA1-9194-53B733AED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PREPROCESSING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5C16B-1961-2392-629E-614FE1F44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292018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Data preprocessing is the process of cleaning and preparing the dataset before analysis. </a:t>
            </a:r>
          </a:p>
          <a:p>
            <a:r>
              <a:rPr lang="en-US" dirty="0">
                <a:solidFill>
                  <a:schemeClr val="tx1"/>
                </a:solidFill>
              </a:rPr>
              <a:t>Checked the dataset for missing values and duplicate records.</a:t>
            </a:r>
          </a:p>
          <a:p>
            <a:r>
              <a:rPr lang="en-US" dirty="0">
                <a:solidFill>
                  <a:schemeClr val="tx1"/>
                </a:solidFill>
              </a:rPr>
              <a:t>Unnecessary columns and errors were removed from the dataset.</a:t>
            </a:r>
          </a:p>
          <a:p>
            <a:r>
              <a:rPr lang="en-US" dirty="0">
                <a:solidFill>
                  <a:schemeClr val="tx1"/>
                </a:solidFill>
              </a:rPr>
              <a:t>Column names were cleaned and formatted properly.</a:t>
            </a:r>
          </a:p>
          <a:p>
            <a:r>
              <a:rPr lang="en-US" dirty="0">
                <a:solidFill>
                  <a:schemeClr val="tx1"/>
                </a:solidFill>
              </a:rPr>
              <a:t>The dataset was prepared for visualization and further analysis.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969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E9F39-8BF5-905D-3A38-3A3741C14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19428-586F-10B1-D150-E0C677DE4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EXPLORATORY DATA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90B17-235B-C7B2-950E-9BE29EDD0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29201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Baskerville Old Face" panose="02020602080505020303" pitchFamily="18" charset="0"/>
              </a:rPr>
              <a:t>Types of Analysis Performed:-</a:t>
            </a:r>
          </a:p>
          <a:p>
            <a:pPr marL="0" indent="0">
              <a:buNone/>
            </a:pPr>
            <a:endParaRPr lang="en-US" sz="1000" b="1" dirty="0">
              <a:latin typeface="Baskerville Old Face" panose="02020602080505020303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Univariate Analysis = Analysis of a single variable (Eg-Battery Distribution)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Bivariate Analysis = Relationship between two variables (Eg- Price vs RAM)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Multivariate Analysis = Relationship among multiple variables (Eg- Correlation Heatmap).</a:t>
            </a:r>
          </a:p>
        </p:txBody>
      </p:sp>
    </p:spTree>
    <p:extLst>
      <p:ext uri="{BB962C8B-B14F-4D97-AF65-F5344CB8AC3E}">
        <p14:creationId xmlns:p14="http://schemas.microsoft.com/office/powerpoint/2010/main" val="263334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1D26A-ABCE-9446-42B4-68C69FC25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UNIVARIATE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2852B-CBBD-1F9A-94A9-1C9E4DC76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8568" y="1445342"/>
            <a:ext cx="9076044" cy="4788548"/>
          </a:xfrm>
        </p:spPr>
        <p:txBody>
          <a:bodyPr/>
          <a:lstStyle/>
          <a:p>
            <a:r>
              <a:rPr lang="en-US" dirty="0"/>
              <a:t>Distribution of mobile Phone height shows in the dataset.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52C4CF-3E3E-E792-D115-AF0F90521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593" y="1828800"/>
            <a:ext cx="8583562" cy="4788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823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4706B-6AD0-7155-BD82-0BB4F651E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UNIVARIATE ANALYSIS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EAFE5B-FC46-EB3A-BE89-4778FCF75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386347"/>
            <a:ext cx="8915400" cy="5112775"/>
          </a:xfrm>
        </p:spPr>
        <p:txBody>
          <a:bodyPr>
            <a:normAutofit/>
          </a:bodyPr>
          <a:lstStyle/>
          <a:p>
            <a:r>
              <a:rPr lang="en-US" sz="1400" dirty="0">
                <a:solidFill>
                  <a:schemeClr val="tx1"/>
                </a:solidFill>
              </a:rPr>
              <a:t>Distribution of Battery capacity among different mobile phones.</a:t>
            </a:r>
          </a:p>
          <a:p>
            <a:r>
              <a:rPr lang="en-US" sz="1400" dirty="0">
                <a:solidFill>
                  <a:schemeClr val="tx1"/>
                </a:solidFill>
              </a:rPr>
              <a:t>X- axis represents the battery capacity (in </a:t>
            </a:r>
            <a:r>
              <a:rPr lang="en-US" sz="1400" dirty="0" err="1">
                <a:solidFill>
                  <a:schemeClr val="tx1"/>
                </a:solidFill>
              </a:rPr>
              <a:t>mAH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  <a:p>
            <a:r>
              <a:rPr lang="en-US" sz="1400" dirty="0">
                <a:solidFill>
                  <a:schemeClr val="tx1"/>
                </a:solidFill>
              </a:rPr>
              <a:t>Y-axis represents the number of mobile models for each battery category.</a:t>
            </a:r>
          </a:p>
          <a:p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269C6B-3049-F66B-929D-E2FF9A068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2631" y="2379406"/>
            <a:ext cx="7118555" cy="434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650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98022-43C5-9EE3-0D79-ED9F51AF8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798139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UNIVARIATE ANALYSIS</a:t>
            </a:r>
            <a:endParaRPr lang="en-IN" sz="32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C86592F-B976-42D8-64B8-CE2BDE79EC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6826" y="1602659"/>
            <a:ext cx="6735097" cy="492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52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78B84-2367-E831-D95C-4B2EFA298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20"/>
            <a:ext cx="9603275" cy="40484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BIVARIATE ANALYSIS</a:t>
            </a:r>
            <a:endParaRPr lang="en-IN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F73027-3BD3-0E33-87E6-91325BA3D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7729" y="1209369"/>
            <a:ext cx="9026883" cy="5437238"/>
          </a:xfrm>
        </p:spPr>
        <p:txBody>
          <a:bodyPr>
            <a:normAutofit/>
          </a:bodyPr>
          <a:lstStyle/>
          <a:p>
            <a:r>
              <a:rPr lang="en-US" sz="1400" b="1" dirty="0"/>
              <a:t>Relationship between RAM capacity and the price of mobile phones.</a:t>
            </a:r>
          </a:p>
          <a:p>
            <a:endParaRPr lang="en-IN" sz="1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ED7594-9DCE-1DA7-BBB4-3186B881F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679" y="1592826"/>
            <a:ext cx="8174482" cy="4994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692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8F1AA-A49C-C883-D25A-BBCD3F6A3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20"/>
            <a:ext cx="9603275" cy="41468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BIVARIATE ANALYSIS</a:t>
            </a:r>
            <a:b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200" b="1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Battery vs Price</a:t>
            </a:r>
            <a:endParaRPr lang="en-IN" sz="2200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FB03E483-54FE-4802-B5F5-37512AFDD2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5377409"/>
              </p:ext>
            </p:extLst>
          </p:nvPr>
        </p:nvGraphicFramePr>
        <p:xfrm>
          <a:off x="2340078" y="1524000"/>
          <a:ext cx="8632722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96059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87254-475A-78A6-C4C4-65BFCA901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820" y="804519"/>
            <a:ext cx="9281652" cy="47367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BIVARIATE ANALYSIS</a:t>
            </a:r>
            <a:b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Rear Camera Resolution vs Price</a:t>
            </a:r>
            <a:endParaRPr lang="en-IN" sz="2000" b="1" dirty="0">
              <a:solidFill>
                <a:schemeClr val="tx1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6475EE-530B-03B8-5733-0C09B1143F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9689059"/>
              </p:ext>
            </p:extLst>
          </p:nvPr>
        </p:nvGraphicFramePr>
        <p:xfrm>
          <a:off x="2424368" y="1533832"/>
          <a:ext cx="7643863" cy="51717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81193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CE05A-F7B0-3C49-403F-E6FA9D913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6" y="624110"/>
            <a:ext cx="8586352" cy="49676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MULTIVARIATE ANALYSIS</a:t>
            </a:r>
            <a:b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200" b="1" dirty="0">
                <a:solidFill>
                  <a:schemeClr val="tx1"/>
                </a:solidFill>
                <a:latin typeface="Californian FB" panose="0207040306080B030204" pitchFamily="18" charset="0"/>
                <a:ea typeface="Cambria" panose="02040503050406030204" pitchFamily="18" charset="0"/>
              </a:rPr>
              <a:t>Correlation Heatmap</a:t>
            </a:r>
            <a:endParaRPr lang="en-IN" sz="2200" dirty="0">
              <a:solidFill>
                <a:schemeClr val="tx1"/>
              </a:solidFill>
              <a:latin typeface="Californian FB" panose="0207040306080B0302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AD2A3F-08EF-4B3B-3BEC-FD0780FC3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1147" y="1235983"/>
            <a:ext cx="10235381" cy="4675239"/>
          </a:xfrm>
        </p:spPr>
        <p:txBody>
          <a:bodyPr/>
          <a:lstStyle/>
          <a:p>
            <a:pPr algn="ctr"/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Correlation Analysis of Mobile Features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heatmap shows correlation between numeric features such as RAM, Battery, Rear Camera and Price.</a:t>
            </a:r>
          </a:p>
          <a:p>
            <a:pPr algn="ctr"/>
            <a:endParaRPr lang="en-US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318741-F447-1A20-8BEA-3E1935229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965" y="1976284"/>
            <a:ext cx="8244525" cy="488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475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F39ED-85A0-3173-44FE-6CB97AEDC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44760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MULTIVARIATE ANALYSIS</a:t>
            </a:r>
            <a:b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200" b="1" dirty="0" err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Pairplot</a:t>
            </a:r>
            <a:r>
              <a:rPr lang="en-US" sz="2200" b="1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of Mobile Features</a:t>
            </a:r>
            <a:endParaRPr lang="en-IN" sz="2200" b="1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EE57E3-3C64-6C67-70F6-E25A0C66A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818968"/>
            <a:ext cx="8915400" cy="4503174"/>
          </a:xfrm>
        </p:spPr>
        <p:txBody>
          <a:bodyPr>
            <a:normAutofit/>
          </a:bodyPr>
          <a:lstStyle/>
          <a:p>
            <a:r>
              <a:rPr lang="en-IN" dirty="0"/>
              <a:t>A </a:t>
            </a:r>
            <a:r>
              <a:rPr lang="en-IN" b="1" dirty="0" err="1"/>
              <a:t>Pairplot</a:t>
            </a:r>
            <a:r>
              <a:rPr lang="en-IN" dirty="0"/>
              <a:t> shows the relationship between </a:t>
            </a:r>
            <a:r>
              <a:rPr lang="en-IN" b="1" dirty="0"/>
              <a:t>multiple variables at the same time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It displays:</a:t>
            </a:r>
          </a:p>
          <a:p>
            <a:pPr lvl="1"/>
            <a:r>
              <a:rPr lang="en-IN" sz="1400" b="1" dirty="0"/>
              <a:t>Scatter plots</a:t>
            </a:r>
            <a:r>
              <a:rPr lang="en-IN" sz="1400" dirty="0"/>
              <a:t> between every pair of variables</a:t>
            </a:r>
          </a:p>
          <a:p>
            <a:pPr lvl="1"/>
            <a:r>
              <a:rPr lang="en-IN" sz="1400" b="1" dirty="0"/>
              <a:t>Distribution plots</a:t>
            </a:r>
            <a:r>
              <a:rPr lang="en-IN" sz="1400" dirty="0"/>
              <a:t> on the diagonal</a:t>
            </a:r>
          </a:p>
          <a:p>
            <a:pPr lvl="1"/>
            <a:endParaRPr lang="en-IN" sz="1400" dirty="0"/>
          </a:p>
          <a:p>
            <a:pPr marL="0" indent="0">
              <a:buNone/>
            </a:pPr>
            <a:r>
              <a:rPr lang="en-IN" dirty="0"/>
              <a:t>Example relationships:</a:t>
            </a:r>
          </a:p>
          <a:p>
            <a:pPr lvl="1"/>
            <a:r>
              <a:rPr lang="en-IN" sz="1400" b="1" dirty="0"/>
              <a:t>Price vs RAM</a:t>
            </a:r>
            <a:endParaRPr lang="en-IN" sz="1400" dirty="0"/>
          </a:p>
          <a:p>
            <a:pPr lvl="1"/>
            <a:r>
              <a:rPr lang="en-IN" sz="1400" b="1" dirty="0"/>
              <a:t>Price vs Battery</a:t>
            </a:r>
            <a:endParaRPr lang="en-IN" sz="1400" dirty="0"/>
          </a:p>
          <a:p>
            <a:pPr lvl="1"/>
            <a:r>
              <a:rPr lang="en-IN" sz="1400" b="1" dirty="0"/>
              <a:t>Price vs Rear Camera</a:t>
            </a:r>
            <a:endParaRPr lang="en-IN" sz="1400" dirty="0"/>
          </a:p>
          <a:p>
            <a:pPr lvl="1"/>
            <a:r>
              <a:rPr lang="en-IN" sz="1400" b="1" dirty="0"/>
              <a:t>RAM vs Battery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194645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A361A-6015-7BC0-D1DC-D8774B7CD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45743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PAIRPLOT</a:t>
            </a:r>
            <a:endParaRPr lang="en-IN" sz="24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A476C4C-0067-FCFE-8ED9-1AECDBB2D5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4543" y="1081547"/>
            <a:ext cx="8032954" cy="567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5161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85E1E2-BFAC-44F3-8894-743C8670A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54239" y="2104103"/>
            <a:ext cx="8630446" cy="2715021"/>
          </a:xfrm>
        </p:spPr>
        <p:txBody>
          <a:bodyPr>
            <a:normAutofit/>
          </a:bodyPr>
          <a:lstStyle/>
          <a:p>
            <a:pPr algn="ctr"/>
            <a:r>
              <a:rPr lang="en-US" sz="9600" dirty="0">
                <a:solidFill>
                  <a:schemeClr val="accent4">
                    <a:lumMod val="75000"/>
                  </a:schemeClr>
                </a:solidFill>
                <a:latin typeface="Arial Rounded MT Bold" panose="020F0704030504030204" pitchFamily="34" charset="0"/>
              </a:rPr>
              <a:t>THANK YOU</a:t>
            </a:r>
            <a:endParaRPr lang="en-IN" sz="9600" dirty="0">
              <a:solidFill>
                <a:schemeClr val="accent4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25613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6190</TotalTime>
  <Words>450</Words>
  <Application>Microsoft Office PowerPoint</Application>
  <PresentationFormat>Widescreen</PresentationFormat>
  <Paragraphs>61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8" baseType="lpstr">
      <vt:lpstr>Algerian</vt:lpstr>
      <vt:lpstr>Arial</vt:lpstr>
      <vt:lpstr>Arial Rounded MT Bold</vt:lpstr>
      <vt:lpstr>Bahnschrift SemiLight</vt:lpstr>
      <vt:lpstr>Baskerville Old Face</vt:lpstr>
      <vt:lpstr>Calibri</vt:lpstr>
      <vt:lpstr>Calibri Light</vt:lpstr>
      <vt:lpstr>Californian FB</vt:lpstr>
      <vt:lpstr>Cambria</vt:lpstr>
      <vt:lpstr>Century Gothic</vt:lpstr>
      <vt:lpstr>Wingdings</vt:lpstr>
      <vt:lpstr>Wingdings 3</vt:lpstr>
      <vt:lpstr>Wisp</vt:lpstr>
      <vt:lpstr>NextHikes  IT Solutions</vt:lpstr>
      <vt:lpstr>LIBRARIES USED </vt:lpstr>
      <vt:lpstr>DATASET OVERVIEW</vt:lpstr>
      <vt:lpstr>DATA PREPROCESSING</vt:lpstr>
      <vt:lpstr>EXPLORATORY DATA ANALYSIS</vt:lpstr>
      <vt:lpstr>UNIVARIATE ANALYSIS</vt:lpstr>
      <vt:lpstr>UNIVARIATE ANALYSIS</vt:lpstr>
      <vt:lpstr>UNIVARIATE ANALYSIS</vt:lpstr>
      <vt:lpstr>BIVARIATE ANALYSIS</vt:lpstr>
      <vt:lpstr>BIVARIATE ANALYSIS Battery vs Price</vt:lpstr>
      <vt:lpstr>BIVARIATE ANALYSIS Rear Camera Resolution vs Price</vt:lpstr>
      <vt:lpstr>MULTIVARIATE ANALYSIS Correlation Heatmap</vt:lpstr>
      <vt:lpstr>MULTIVARIATE ANALYSIS Pairplot of Mobile Features</vt:lpstr>
      <vt:lpstr>PAIRPLOT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Nazia Akhter</dc:creator>
  <cp:lastModifiedBy>Nazia Akhter</cp:lastModifiedBy>
  <cp:revision>14</cp:revision>
  <dcterms:created xsi:type="dcterms:W3CDTF">2025-10-21T18:45:31Z</dcterms:created>
  <dcterms:modified xsi:type="dcterms:W3CDTF">2026-03-10T18:12:30Z</dcterms:modified>
</cp:coreProperties>
</file>